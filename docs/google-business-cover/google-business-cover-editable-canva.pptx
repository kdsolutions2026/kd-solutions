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 principa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Luz vermelha lateral"/>
          <p:cNvSpPr/>
          <p:nvPr/>
        </p:nvSpPr>
        <p:spPr>
          <a:xfrm>
            <a:off x="5349240" y="0"/>
            <a:ext cx="6858000" cy="6858000"/>
          </a:xfrm>
          <a:prstGeom prst="rect">
            <a:avLst/>
          </a:prstGeom>
          <a:solidFill>
            <a:srgbClr val="2108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Linha vertical da grade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Linha vertical da grade"/>
          <p:cNvSpPr/>
          <p:nvPr/>
        </p:nvSpPr>
        <p:spPr>
          <a:xfrm>
            <a:off x="609905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Linha vertical da grade"/>
          <p:cNvSpPr/>
          <p:nvPr/>
        </p:nvSpPr>
        <p:spPr>
          <a:xfrm>
            <a:off x="1219810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Linha vertical da grade"/>
          <p:cNvSpPr/>
          <p:nvPr/>
        </p:nvSpPr>
        <p:spPr>
          <a:xfrm>
            <a:off x="1829714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Linha vertical da grade"/>
          <p:cNvSpPr/>
          <p:nvPr/>
        </p:nvSpPr>
        <p:spPr>
          <a:xfrm>
            <a:off x="2439619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Linha vertical da grade"/>
          <p:cNvSpPr/>
          <p:nvPr/>
        </p:nvSpPr>
        <p:spPr>
          <a:xfrm>
            <a:off x="3049524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Linha vertical da grade"/>
          <p:cNvSpPr/>
          <p:nvPr/>
        </p:nvSpPr>
        <p:spPr>
          <a:xfrm>
            <a:off x="3659429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Linha vertical da grade"/>
          <p:cNvSpPr/>
          <p:nvPr/>
        </p:nvSpPr>
        <p:spPr>
          <a:xfrm>
            <a:off x="4269334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Linha vertical da grade"/>
          <p:cNvSpPr/>
          <p:nvPr/>
        </p:nvSpPr>
        <p:spPr>
          <a:xfrm>
            <a:off x="4879238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Linha vertical da grade"/>
          <p:cNvSpPr/>
          <p:nvPr/>
        </p:nvSpPr>
        <p:spPr>
          <a:xfrm>
            <a:off x="5489143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Linha vertical da grade"/>
          <p:cNvSpPr/>
          <p:nvPr/>
        </p:nvSpPr>
        <p:spPr>
          <a:xfrm>
            <a:off x="6099048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Linha vertical da grade"/>
          <p:cNvSpPr/>
          <p:nvPr/>
        </p:nvSpPr>
        <p:spPr>
          <a:xfrm>
            <a:off x="6708953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Linha vertical da grade"/>
          <p:cNvSpPr/>
          <p:nvPr/>
        </p:nvSpPr>
        <p:spPr>
          <a:xfrm>
            <a:off x="7318858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Linha vertical da grade"/>
          <p:cNvSpPr/>
          <p:nvPr/>
        </p:nvSpPr>
        <p:spPr>
          <a:xfrm>
            <a:off x="7928762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Linha vertical da grade"/>
          <p:cNvSpPr/>
          <p:nvPr/>
        </p:nvSpPr>
        <p:spPr>
          <a:xfrm>
            <a:off x="8538667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Linha vertical da grade"/>
          <p:cNvSpPr/>
          <p:nvPr/>
        </p:nvSpPr>
        <p:spPr>
          <a:xfrm>
            <a:off x="9148572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Linha vertical da grade"/>
          <p:cNvSpPr/>
          <p:nvPr/>
        </p:nvSpPr>
        <p:spPr>
          <a:xfrm>
            <a:off x="9758477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Linha vertical da grade"/>
          <p:cNvSpPr/>
          <p:nvPr/>
        </p:nvSpPr>
        <p:spPr>
          <a:xfrm>
            <a:off x="10368382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Linha vertical da grade"/>
          <p:cNvSpPr/>
          <p:nvPr/>
        </p:nvSpPr>
        <p:spPr>
          <a:xfrm>
            <a:off x="10978286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Linha vertical da grade"/>
          <p:cNvSpPr/>
          <p:nvPr/>
        </p:nvSpPr>
        <p:spPr>
          <a:xfrm>
            <a:off x="11588191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Linha vertical da grade"/>
          <p:cNvSpPr/>
          <p:nvPr/>
        </p:nvSpPr>
        <p:spPr>
          <a:xfrm>
            <a:off x="12198096" y="0"/>
            <a:ext cx="5486" cy="6858000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Linha horizontal da grade"/>
          <p:cNvSpPr/>
          <p:nvPr/>
        </p:nvSpPr>
        <p:spPr>
          <a:xfrm>
            <a:off x="0" y="0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Linha horizontal da grade"/>
          <p:cNvSpPr/>
          <p:nvPr/>
        </p:nvSpPr>
        <p:spPr>
          <a:xfrm>
            <a:off x="0" y="609905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Linha horizontal da grade"/>
          <p:cNvSpPr/>
          <p:nvPr/>
        </p:nvSpPr>
        <p:spPr>
          <a:xfrm>
            <a:off x="0" y="1219810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8" name="Linha horizontal da grade"/>
          <p:cNvSpPr/>
          <p:nvPr/>
        </p:nvSpPr>
        <p:spPr>
          <a:xfrm>
            <a:off x="0" y="1829714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Linha horizontal da grade"/>
          <p:cNvSpPr/>
          <p:nvPr/>
        </p:nvSpPr>
        <p:spPr>
          <a:xfrm>
            <a:off x="0" y="2439619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Linha horizontal da grade"/>
          <p:cNvSpPr/>
          <p:nvPr/>
        </p:nvSpPr>
        <p:spPr>
          <a:xfrm>
            <a:off x="0" y="3049524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Linha horizontal da grade"/>
          <p:cNvSpPr/>
          <p:nvPr/>
        </p:nvSpPr>
        <p:spPr>
          <a:xfrm>
            <a:off x="0" y="3659429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Linha horizontal da grade"/>
          <p:cNvSpPr/>
          <p:nvPr/>
        </p:nvSpPr>
        <p:spPr>
          <a:xfrm>
            <a:off x="0" y="4269334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Linha horizontal da grade"/>
          <p:cNvSpPr/>
          <p:nvPr/>
        </p:nvSpPr>
        <p:spPr>
          <a:xfrm>
            <a:off x="0" y="4879238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Linha horizontal da grade"/>
          <p:cNvSpPr/>
          <p:nvPr/>
        </p:nvSpPr>
        <p:spPr>
          <a:xfrm>
            <a:off x="0" y="5489143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" name="Linha horizontal da grade"/>
          <p:cNvSpPr/>
          <p:nvPr/>
        </p:nvSpPr>
        <p:spPr>
          <a:xfrm>
            <a:off x="0" y="6099048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" name="Linha horizontal da grade"/>
          <p:cNvSpPr/>
          <p:nvPr/>
        </p:nvSpPr>
        <p:spPr>
          <a:xfrm>
            <a:off x="0" y="6708953"/>
            <a:ext cx="12192000" cy="5486"/>
          </a:xfrm>
          <a:prstGeom prst="rect">
            <a:avLst/>
          </a:prstGeom>
          <a:solidFill>
            <a:srgbClr val="17192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" name="Faixa vermelha escura"/>
          <p:cNvSpPr/>
          <p:nvPr/>
        </p:nvSpPr>
        <p:spPr>
          <a:xfrm rot="1080000">
            <a:off x="6720840" y="-777240"/>
            <a:ext cx="1051560" cy="8595360"/>
          </a:xfrm>
          <a:prstGeom prst="rect">
            <a:avLst/>
          </a:prstGeom>
          <a:solidFill>
            <a:srgbClr val="72121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Faixa vermelha clara"/>
          <p:cNvSpPr/>
          <p:nvPr/>
        </p:nvSpPr>
        <p:spPr>
          <a:xfrm rot="1080000">
            <a:off x="7114032" y="-777240"/>
            <a:ext cx="475488" cy="8595360"/>
          </a:xfrm>
          <a:prstGeom prst="rect">
            <a:avLst/>
          </a:prstGeom>
          <a:solidFill>
            <a:srgbClr val="D120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9" name="Painel do logo"/>
          <p:cNvSpPr/>
          <p:nvPr/>
        </p:nvSpPr>
        <p:spPr>
          <a:xfrm>
            <a:off x="868680" y="1389888"/>
            <a:ext cx="4187952" cy="4187952"/>
          </a:xfrm>
          <a:prstGeom prst="rect">
            <a:avLst/>
          </a:prstGeom>
          <a:solidFill>
            <a:srgbClr val="02020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0" name="Logo KD-Solutions" descr="Logo KD-Solu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89888"/>
            <a:ext cx="4187952" cy="4187952"/>
          </a:xfrm>
          <a:prstGeom prst="rect">
            <a:avLst/>
          </a:prstGeom>
        </p:spPr>
      </p:pic>
      <p:sp>
        <p:nvSpPr>
          <p:cNvPr id="41" name="Etiqueta marca"/>
          <p:cNvSpPr txBox="1"/>
          <p:nvPr/>
        </p:nvSpPr>
        <p:spPr>
          <a:xfrm>
            <a:off x="5413248" y="1600200"/>
            <a:ext cx="2029968" cy="329184"/>
          </a:xfrm>
          <a:prstGeom prst="roundRect">
            <a:avLst/>
          </a:prstGeom>
          <a:solidFill>
            <a:srgbClr val="0A0B10"/>
          </a:solidFill>
          <a:ln w="15240">
            <a:solidFill>
              <a:srgbClr val="EF2427"/>
            </a:solidFill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pt-BR" sz="1400">
                <a:solidFill>
                  <a:srgbClr val="F5F7FA"/>
                </a:solidFill>
                <a:latin typeface="Segoe UI"/>
              </a:rPr>
              <a:t>KD-SOLUTIONS</a:t>
            </a:r>
          </a:p>
        </p:txBody>
      </p:sp>
      <p:sp>
        <p:nvSpPr>
          <p:cNvPr id="42" name="Titulo principal"/>
          <p:cNvSpPr txBox="1"/>
          <p:nvPr/>
        </p:nvSpPr>
        <p:spPr>
          <a:xfrm>
            <a:off x="5413248" y="2267712"/>
            <a:ext cx="5394960" cy="1170432"/>
          </a:xfrm>
          <a:prstGeom prst="rect">
            <a:avLst/>
          </a:prstGeom>
          <a:solidFill>
            <a:srgbClr val="05050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l"/>
            <a:r>
              <a:rPr lang="pt-BR" sz="4200" b="1">
                <a:solidFill>
                  <a:srgbClr val="F5F7FA"/>
                </a:solidFill>
                <a:latin typeface="Segoe UI"/>
              </a:rPr>
              <a:t>Soluções digitais</a:t>
            </a:r>
          </a:p>
          <a:p>
            <a:pPr algn="l"/>
            <a:r>
              <a:rPr lang="pt-BR" sz="4200" b="1">
                <a:solidFill>
                  <a:srgbClr val="F5F7FA"/>
                </a:solidFill>
                <a:latin typeface="Segoe UI"/>
              </a:rPr>
              <a:t>para empresas</a:t>
            </a:r>
          </a:p>
        </p:txBody>
      </p:sp>
      <p:sp>
        <p:nvSpPr>
          <p:cNvPr id="43" name="Sublinhado vermelho"/>
          <p:cNvSpPr/>
          <p:nvPr/>
        </p:nvSpPr>
        <p:spPr>
          <a:xfrm>
            <a:off x="5413248" y="3493008"/>
            <a:ext cx="932688" cy="59436"/>
          </a:xfrm>
          <a:prstGeom prst="rect">
            <a:avLst/>
          </a:prstGeom>
          <a:solidFill>
            <a:srgbClr val="EF242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o de apoio"/>
          <p:cNvSpPr txBox="1"/>
          <p:nvPr/>
        </p:nvSpPr>
        <p:spPr>
          <a:xfrm>
            <a:off x="5413248" y="3867912"/>
            <a:ext cx="6126480" cy="749808"/>
          </a:xfrm>
          <a:prstGeom prst="rect">
            <a:avLst/>
          </a:prstGeom>
          <a:solidFill>
            <a:srgbClr val="05050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l"/>
            <a:r>
              <a:rPr lang="pt-BR" sz="2300" b="1">
                <a:solidFill>
                  <a:srgbClr val="F5F7FA"/>
                </a:solidFill>
                <a:latin typeface="Segoe UI"/>
              </a:rPr>
              <a:t>Sites profissionais, automações,</a:t>
            </a:r>
          </a:p>
          <a:p>
            <a:pPr algn="l"/>
            <a:r>
              <a:rPr lang="pt-BR" sz="2300" b="1">
                <a:solidFill>
                  <a:srgbClr val="F5F7FA"/>
                </a:solidFill>
                <a:latin typeface="Segoe UI"/>
              </a:rPr>
              <a:t>dashboards e marketing digital.</a:t>
            </a:r>
          </a:p>
        </p:txBody>
      </p:sp>
      <p:sp>
        <p:nvSpPr>
          <p:cNvPr id="45" name="Lista de servicos"/>
          <p:cNvSpPr txBox="1"/>
          <p:nvPr/>
        </p:nvSpPr>
        <p:spPr>
          <a:xfrm>
            <a:off x="5413248" y="4773168"/>
            <a:ext cx="6355080" cy="310896"/>
          </a:xfrm>
          <a:prstGeom prst="rect">
            <a:avLst/>
          </a:prstGeom>
          <a:solidFill>
            <a:srgbClr val="05050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l"/>
            <a:r>
              <a:rPr lang="pt-BR" sz="1700">
                <a:solidFill>
                  <a:srgbClr val="C1C7D0"/>
                </a:solidFill>
                <a:latin typeface="Segoe UI"/>
              </a:rPr>
              <a:t>Criação de sites  |  Landing pages  |  Tráfego pago  |  Sistemas</a:t>
            </a:r>
          </a:p>
        </p:txBody>
      </p:sp>
      <p:sp>
        <p:nvSpPr>
          <p:cNvPr id="46" name="Site"/>
          <p:cNvSpPr txBox="1"/>
          <p:nvPr/>
        </p:nvSpPr>
        <p:spPr>
          <a:xfrm>
            <a:off x="5413248" y="5321808"/>
            <a:ext cx="3566160" cy="457200"/>
          </a:xfrm>
          <a:prstGeom prst="roundRect">
            <a:avLst/>
          </a:prstGeom>
          <a:solidFill>
            <a:srgbClr val="0A0B10"/>
          </a:solidFill>
          <a:ln w="14604">
            <a:solidFill>
              <a:srgbClr val="EF2427"/>
            </a:solidFill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pt-BR" sz="1800" b="1">
                <a:solidFill>
                  <a:srgbClr val="F5F7FA"/>
                </a:solidFill>
                <a:latin typeface="Segoe UI"/>
              </a:rPr>
              <a:t>kdsolutionsweb.com.br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D-Solutions">
  <a:themeElements>
    <a:clrScheme name="KD-Solutions">
      <a:dk1>
        <a:srgbClr val="050509"/>
      </a:dk1>
      <a:lt1>
        <a:srgbClr val="FFFFFF"/>
      </a:lt1>
      <a:dk2>
        <a:srgbClr val="0A0B10"/>
      </a:dk2>
      <a:lt2>
        <a:srgbClr val="F5F7FA"/>
      </a:lt2>
      <a:accent1>
        <a:srgbClr val="EF2427"/>
      </a:accent1>
      <a:accent2>
        <a:srgbClr val="C1C7D0"/>
      </a:accent2>
      <a:accent3>
        <a:srgbClr val="721219"/>
      </a:accent3>
      <a:accent4>
        <a:srgbClr val="21080B"/>
      </a:accent4>
      <a:accent5>
        <a:srgbClr val="FFFFFF"/>
      </a:accent5>
      <a:accent6>
        <a:srgbClr val="111318"/>
      </a:accent6>
      <a:hlink>
        <a:srgbClr val="EF2427"/>
      </a:hlink>
      <a:folHlink>
        <a:srgbClr val="EF2427"/>
      </a:folHlink>
    </a:clrScheme>
    <a:fontScheme name="KD-Solutions">
      <a:majorFont>
        <a:latin typeface="Segoe UI"/>
      </a:majorFont>
      <a:minorFont>
        <a:latin typeface="Segoe UI"/>
      </a:minorFont>
    </a:fontScheme>
    <a:fmtScheme name="KD-Solution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KD-Solutions - Capa Google Business</dc:title>
  <dc:creator>KD-Solutions</dc:creator>
  <cp:lastModifiedBy>KD-Solutions</cp:lastModifiedBy>
</cp:coreProperties>
</file>